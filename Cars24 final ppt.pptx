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46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804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CARS24 PRICE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 Price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43230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machine learning project to </a:t>
            </a:r>
            <a:r>
              <a:rPr lang="en-US" sz="170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 </a:t>
            </a: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from vehicle profile, usage, ownership and market attributes.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" y="3127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Dilawar Basha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388620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6,437 rows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Cars24 listings analyzed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388620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0.920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02152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tuned XGBoost 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25312" y="388620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Rs. 71K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089904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mean absolute error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633679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presentation | Cars24 data science project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Team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1069848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1762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Dilawar Basha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2231136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6220" y="2290572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361688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Kaushik Sonnakula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3977640" y="2889504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6220" y="2948940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361688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Chandamala Gayathri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3977640" y="3547872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6220" y="3607308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61688" y="3529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Chaitanya Suresh Gangarde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3977640" y="4206240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46220" y="4265676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361688" y="41879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Thiriveedhi Madhavi</a:t>
            </a:r>
            <a:endParaRPr lang="en-US" sz="1330" dirty="0"/>
          </a:p>
        </p:txBody>
      </p:sp>
      <p:sp>
        <p:nvSpPr>
          <p:cNvPr id="27" name="Shape 25"/>
          <p:cNvSpPr/>
          <p:nvPr/>
        </p:nvSpPr>
        <p:spPr>
          <a:xfrm>
            <a:off x="7452360" y="2231136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0940" y="2290572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836408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Thota Siddhika</a:t>
            </a:r>
            <a:endParaRPr lang="en-US" sz="1330" dirty="0"/>
          </a:p>
        </p:txBody>
      </p:sp>
      <p:sp>
        <p:nvSpPr>
          <p:cNvPr id="30" name="Shape 28"/>
          <p:cNvSpPr/>
          <p:nvPr/>
        </p:nvSpPr>
        <p:spPr>
          <a:xfrm>
            <a:off x="7452360" y="288950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0940" y="2948940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836408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Siddarth Sharma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7452360" y="3547872"/>
            <a:ext cx="256032" cy="25603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0940" y="3607308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836408" y="3529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Archita Devishankar Dubey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1051560" y="50749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deliverable: prediction model, evaluation workflow and Streamlit web app.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objective is to predict realistic car  price.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585216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supervised regression model for Cars24 listing prices.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vehicle profile, usage and market signals to estimate price.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multiple algorithms before selecting the final model.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the best model through a simple prediction app.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0920" y="187452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2020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525512" y="24140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Resale price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60920" y="306324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32095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525512" y="3602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selling price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60920" y="425196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5512" y="4398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525512" y="4791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valuation support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dataset combines vehicle profile, usage and marketplace information.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29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6,437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41832" y="2322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before cleaning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01568" y="178308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29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566160" y="2322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columns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25896" y="178308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929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6,403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90488" y="2322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after outlier treatment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3337560"/>
            <a:ext cx="987552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variable: listing price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inputs: make, model, city, year, fuel type, kilometers driven, owner number, transmission and body type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source file: cars24_data.csv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removed noise while preserving almost all usable records.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1719072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41832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transmission values filled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01568" y="1719072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566160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body-type values filled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25896" y="1719072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90488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 outlier rows removed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650224" y="1719072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4816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814816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rows detected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1248" y="3154680"/>
            <a:ext cx="100584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 outlier treatment kept 6,403 rows for modeling.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cap: Rs. 19.99 lakh; kilometer cap: 176K km.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High-cardinality and non-predictive columns were removed before modeling.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is budget-segment heavy, led by Maruti and Hyundai.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brand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Maruti and Hyundai together contribute 66.6% of listings. This means the model must handle common mass-market cars very well, not only premium vehicles.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Newer manufacturing years strongly increase resale value.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price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year-price correlation is 0.512. Newer cars retain higher resale value, making manufacturing year and derived car age central predictors.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Mileage has a visible depreciation effect, but it is not the only driver.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price_by_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Kilometers driven has a negative correlation of -0.198 with price. The relationship is weaker than year because brand, model, fuel and transmission also influence valuation.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and vehicle mix explain part of the observed pricing spread.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categorical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is concentrated in common body types and owner categories. Bangalore is the top city with 988 listings, so geography is included as a market signal.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CONCLUSIONS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strongest EDA conclusion is that price is multi-factorial.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65836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Newer vehicles sell at higher prices, confirming car age as a core feature.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mileage lowers expected price, especially after usage-adjusted features are created.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Brand, model, body type and transmission create major price premiums.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tree-based model is better suited than a simple linear model because interactions matter.</a:t>
            </a:r>
            <a:endParaRPr lang="en-US" sz="1700" dirty="0"/>
          </a:p>
        </p:txBody>
      </p:sp>
      <p:pic>
        <p:nvPicPr>
          <p:cNvPr id="12" name="Image 0" descr="F:\d files\data science internship\cars 24 final\ppt_assets\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72768"/>
            <a:ext cx="35204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BUILDING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modeling pipeline turned raw listings into prediction-ready signals.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" y="233172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496312"/>
            <a:ext cx="256032" cy="2468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8648" y="233172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9432" y="2496312"/>
            <a:ext cx="256032" cy="2468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52060" y="233172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</a:rPr>
              <a:t>Train-test split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8272" y="2496312"/>
            <a:ext cx="256032" cy="2468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154" y="233172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7306056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</a:rPr>
              <a:t>Encode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97112" y="2496312"/>
            <a:ext cx="256032" cy="2468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45168" y="2331720"/>
            <a:ext cx="1600200" cy="713232"/>
          </a:xfrm>
          <a:prstGeom prst="rect">
            <a:avLst/>
          </a:prstGeom>
          <a:solidFill>
            <a:srgbClr val="FFF4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4896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88620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keeps the final app stable because the saved model and column order are used consistently during prediction.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BUILDING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regression approaches were tested before selecting the final model.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737360"/>
            <a:ext cx="366376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2680" y="17007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2359152"/>
            <a:ext cx="349882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7742" y="2322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2980944"/>
            <a:ext cx="3911399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0319" y="29443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575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3602736"/>
            <a:ext cx="3978853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7773" y="35661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41970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XGBoost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4224528"/>
            <a:ext cx="4250516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9436" y="41879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35240" y="1737360"/>
            <a:ext cx="32918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 created the baseline.</a:t>
            </a:r>
            <a:endParaRPr lang="en-US" sz="1400" dirty="0"/>
          </a:p>
          <a:p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captured some nonlinear behavior but was weaker.</a:t>
            </a:r>
            <a:endParaRPr lang="en-US" sz="1400" dirty="0"/>
          </a:p>
          <a:p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improved stability.</a:t>
            </a:r>
            <a:endParaRPr lang="en-US" sz="1400" dirty="0"/>
          </a:p>
          <a:p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performed best before tuning.</a:t>
            </a:r>
            <a:endParaRPr lang="en-US" sz="1400" dirty="0"/>
          </a:p>
          <a:p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XGBoost became the final model.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 became the best candidate before final tuning.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model_metric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model comparison showed XGBoost leading with R2 0.8612 and lower error than Random Forest. This made it the best candidate for tuning and feature expansion.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IMPROVEMENT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improvement strategy focused on missing valuation signals.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585216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information was added because specific cars carry different resale value.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intensity features separated normal driving from heavy use.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flags captured quality signals that affect buyer trust.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Hyperparameters were tuned for better accuracy and generalization.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0920" y="1920240"/>
            <a:ext cx="3246120" cy="2331720"/>
          </a:xfrm>
          <a:prstGeom prst="rect">
            <a:avLst/>
          </a:prstGeom>
          <a:solidFill>
            <a:srgbClr val="FFF4E8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increased from 0.8612 to 0.9200 after feature expansion and tuned XGBoost.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model: tuned XGBoost with 99 prediction features.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2960" y="173736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883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0.9200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87552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R-squared 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883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Rs. 71K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593592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absolute error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883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Rs. 114K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199632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mean squared error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641080" y="1737360"/>
            <a:ext cx="23317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05672" y="1883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805672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feature count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950976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model explains most pricing variation on the test set.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is acceptable for a first valuation assistant, especially given used-car price variability.</a:t>
            </a:r>
            <a:endParaRPr lang="en-US" sz="1600" dirty="0"/>
          </a:p>
          <a:p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saved model is used by the app for real-time price prediction.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Tuning reduced both average and larger prediction errors.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xgb_improv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 the original XGBoost model, the tuned version reduced MAE from Rs. 91,606 to Rs. 71,126 and increased R2 from 0.8612 to 0.9200.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relies most on body type, model identity and age.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SUV body type, specific model groups, brand tier and car age are among the strongest drivers. This confirms that valuation depends on both vehicle class and depreciation.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Predictions generally track actual prices closely on the test data.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pic>
        <p:nvPicPr>
          <p:cNvPr id="11" name="Image 0" descr="F:\d files\data science internship\cars 24 final\ppt_assets\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6903720" cy="3886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691640"/>
            <a:ext cx="35204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965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65592" y="23317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actual-versus-predicted plot clusters around the ideal line. Remaining errors are expected where rare models, premium variants or unusual usage patterns are underrepresented.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INFERENCE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model is useful as a quick pricing assistant, not a replacement for inspection.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64922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model: tuned XGBoost.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important pricing signals: vehicle type, model, brand tier, age and mileage intensity.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can provide a fast first estimate for users or analysts.</a:t>
            </a:r>
            <a:endParaRPr lang="en-US" sz="1700" dirty="0"/>
          </a:p>
          <a:p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condition, accident history and service records would further improve real-world precision.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2971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6334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data-driven price estimate can reduce manual guesswork and make valuation more consistent.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web app collects vehicle details in a clean guided form.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13232" y="1481328"/>
            <a:ext cx="7269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pic>
        <p:nvPicPr>
          <p:cNvPr id="12" name="Image 0" descr="C:\Users\ASUS\OneDrive\Pictures\Screenshots\Screenshot 2026-05-03 2255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55064"/>
            <a:ext cx="6995160" cy="437083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75320" y="1691640"/>
            <a:ext cx="28803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19933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inference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31352" y="2395728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 keeps the user flow simple by collecting brand, model, body type, year, fuel, city and mileage on one page before prediction.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8531352" y="4370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action: enter vehicle details, then click Predict Price.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RESULT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prediction output converts the model into a user-facing estimate.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13232" y="1481328"/>
            <a:ext cx="72694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pic>
        <p:nvPicPr>
          <p:cNvPr id="12" name="Image 0" descr="C:\Users\ASUS\OneDrive\Pictures\Screenshots\Screenshot 2026-05-03 225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55064"/>
            <a:ext cx="6995160" cy="437083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75320" y="1691640"/>
            <a:ext cx="2880360" cy="35204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19933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result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31352" y="2395728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displays the estimated selling price with the selected vehicle profile, so the model output is clear for non-technical users.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8531352" y="4370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shown: Maruti Suzuki Vitara Brezza, 2019, 89,000 km.</a:t>
            </a:r>
            <a:endParaRPr lang="en-US" sz="10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0378440" y="-502920"/>
            <a:ext cx="2560320" cy="2560320"/>
          </a:xfrm>
          <a:prstGeom prst="arc">
            <a:avLst/>
          </a:prstGeom>
          <a:noFill/>
          <a:ln w="15240">
            <a:solidFill>
              <a:srgbClr val="DBEAF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0744200" y="-128016"/>
            <a:ext cx="1737360" cy="1737360"/>
          </a:xfrm>
          <a:prstGeom prst="arc">
            <a:avLst/>
          </a:prstGeom>
          <a:noFill/>
          <a:ln w="1524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84048"/>
            <a:ext cx="1115568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329184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880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 FACED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7132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biggest challenges were turning messy listings into reliable predictions.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2880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65960"/>
            <a:ext cx="32918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2708" y="207111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444752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24128" y="23865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transmission/body-type values and duplicate rows required careful cleaning before modeling.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251960" y="1783080"/>
            <a:ext cx="2880360" cy="1298448"/>
          </a:xfrm>
          <a:prstGeom prst="rect">
            <a:avLst/>
          </a:prstGeom>
          <a:solidFill>
            <a:srgbClr val="F8FB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1965960"/>
            <a:ext cx="32918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708" y="207111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873752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Skewed Target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53128" y="23865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Used-car prices had a premium tail, so the target needed careful normalization for stable learning.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680960" y="1783080"/>
            <a:ext cx="2880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45552" y="1965960"/>
            <a:ext cx="32918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0708" y="207111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8302752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Handling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82128" y="23865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Luxury cars and extreme mileage cases could distort errors, so conservative IQR treatment was applied.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542032" y="3913632"/>
            <a:ext cx="2880360" cy="1298448"/>
          </a:xfrm>
          <a:prstGeom prst="rect">
            <a:avLst/>
          </a:prstGeom>
          <a:solidFill>
            <a:srgbClr val="F8FB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4096512"/>
            <a:ext cx="32918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1780" y="4201668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163824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Consistency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0" y="45171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input row had to match the saved model columns exactly to avoid prediction mismatch.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971032" y="3913632"/>
            <a:ext cx="28803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5624" y="4096512"/>
            <a:ext cx="329184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0780" y="4201668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592824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Limits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72200" y="45171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Condition, accident history and service records were not available, so some market variation remains unexplained.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1005840" y="58704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learning: accuracy improves when data preparation, feature engineering and deployment format are treated as one connected workflow.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21579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DBA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26700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3730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Cars24 Car Price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Mentor: Dilawar Basha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1306</Words>
  <Application>Microsoft Office PowerPoint</Application>
  <PresentationFormat>Widescreen</PresentationFormat>
  <Paragraphs>237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Cars24 Car Price Prediction</dc:title>
  <dc:subject>Car price prediction project presentation</dc:subject>
  <dc:creator>Cars24 Project Team</dc:creator>
  <cp:lastModifiedBy>davnclax@gmail.com</cp:lastModifiedBy>
  <cp:revision>5</cp:revision>
  <dcterms:created xsi:type="dcterms:W3CDTF">2026-05-03T17:32:41Z</dcterms:created>
  <dcterms:modified xsi:type="dcterms:W3CDTF">2026-05-03T17:45:24Z</dcterms:modified>
</cp:coreProperties>
</file>